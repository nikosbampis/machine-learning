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87" autoAdjust="0"/>
    <p:restoredTop sz="94214" autoAdjust="0"/>
  </p:normalViewPr>
  <p:slideViewPr>
    <p:cSldViewPr snapToGrid="0">
      <p:cViewPr varScale="1">
        <p:scale>
          <a:sx n="88" d="100"/>
          <a:sy n="88" d="100"/>
        </p:scale>
        <p:origin x="120" y="13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80"/>
            <a:ext cx="11086447" cy="3977640"/>
          </a:xfrm>
        </p:spPr>
        <p:txBody>
          <a:bodyPr>
            <a:normAutofit/>
          </a:bodyPr>
          <a:lstStyle/>
          <a:p>
            <a:pPr marL="171450" indent="-171450">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 πρόβλεψη αποτελεσμάτων </a:t>
            </a:r>
            <a:r>
              <a:rPr lang="el-GR" sz="1400"/>
              <a:t>σε ποδοσφαιρικούς</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 xmlns:ma14="http://schemas.microsoft.com/office/mac/drawingml/2011/main"/>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150</TotalTime>
  <Words>619</Words>
  <Application>Microsoft Office PowerPoint</Application>
  <PresentationFormat>Ευρεία οθόνη</PresentationFormat>
  <Paragraphs>77</Paragraphs>
  <Slides>11</Slides>
  <Notes>9</Notes>
  <HiddenSlides>0</HiddenSlides>
  <MMClips>1</MMClips>
  <ScaleCrop>false</ScaleCrop>
  <HeadingPairs>
    <vt:vector size="6" baseType="variant">
      <vt:variant>
        <vt:lpstr>Γραμματοσειρές που χρησιμοποιούνται</vt:lpstr>
      </vt:variant>
      <vt:variant>
        <vt:i4>8</vt:i4>
      </vt:variant>
      <vt:variant>
        <vt:lpstr>Θέμα</vt:lpstr>
      </vt:variant>
      <vt:variant>
        <vt:i4>1</vt:i4>
      </vt:variant>
      <vt:variant>
        <vt:lpstr>Τίτλοι διαφανειών</vt:lpstr>
      </vt:variant>
      <vt:variant>
        <vt:i4>11</vt:i4>
      </vt:variant>
    </vt:vector>
  </HeadingPairs>
  <TitlesOfParts>
    <vt:vector size="20" baseType="lpstr">
      <vt:lpstr>SimHei</vt:lpstr>
      <vt:lpstr>Arial</vt:lpstr>
      <vt:lpstr>Calibri</vt:lpstr>
      <vt:lpstr>Segoe UI</vt:lpstr>
      <vt:lpstr>Segoe UI Light</vt:lpstr>
      <vt:lpstr>Segoe UI Semibold</vt:lpstr>
      <vt:lpstr>Times New Roman</vt:lpstr>
      <vt:lpstr>Wingdings</vt:lpstr>
      <vt:lpstr>WelcomeDoc</vt:lpstr>
      <vt:lpstr>Μηχανική Μάθηση και Αθλητισμός</vt:lpstr>
      <vt:lpstr>Η ορολογία «Machine Learning»</vt:lpstr>
      <vt:lpstr>Εφαρμογή Αισθητήρα “MetawearC” στο Ποδόσφαιρο.</vt:lpstr>
      <vt:lpstr>Παρουσίαση του PowerPoint</vt:lpstr>
      <vt:lpstr>Πρόβλεψη ποδοσφαιρικού αποτελέσματος με τη χρήση Μηχανικής Μάθησης</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15</cp:revision>
  <dcterms:created xsi:type="dcterms:W3CDTF">2018-12-01T09:08:18Z</dcterms:created>
  <dcterms:modified xsi:type="dcterms:W3CDTF">2018-12-01T11:47:34Z</dcterms:modified>
  <cp:version/>
</cp:coreProperties>
</file>