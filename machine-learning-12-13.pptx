
<file path=[Content_Types].xml><?xml version="1.0" encoding="utf-8"?>
<Types xmlns="http://schemas.openxmlformats.org/package/2006/content-types">
  <Default Extension="emf" ContentType="image/x-emf"/>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87" autoAdjust="0"/>
    <p:restoredTop sz="94214" autoAdjust="0"/>
  </p:normalViewPr>
  <p:slideViewPr>
    <p:cSldViewPr snapToGrid="0">
      <p:cViewPr varScale="1">
        <p:scale>
          <a:sx n="52" d="100"/>
          <a:sy n="52" d="100"/>
        </p:scale>
        <p:origin x="102" y="144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endParaRPr lang="el-GR" dirty="0">
              <a:latin typeface="Segoe UI Light" panose="020B0502040204020203" pitchFamily="34" charset="0"/>
              <a:cs typeface="Segoe UI Light" panose="020B0502040204020203" pitchFamily="34" charset="0"/>
            </a:endParaRPr>
          </a:p>
        </p:txBody>
      </p:sp>
      <p:pic>
        <p:nvPicPr>
          <p:cNvPr id="5" name="Εικόνα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63333" y="1385113"/>
            <a:ext cx="8525932" cy="4577621"/>
          </a:xfrm>
          <a:prstGeom prst="rect">
            <a:avLst/>
          </a:prstGeom>
        </p:spPr>
      </p:pic>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r>
              <a:rPr lang="el-GR"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τα οποία </a:t>
            </a: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endParaRPr lang="en-US" dirty="0"/>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a:xfrm>
            <a:off x="552776" y="1440180"/>
            <a:ext cx="11086447" cy="3977640"/>
          </a:xfrm>
        </p:spPr>
        <p:txBody>
          <a:bodyPr>
            <a:normAutofit/>
          </a:bodyPr>
          <a:lstStyle/>
          <a:p>
            <a:pPr marL="171450" indent="-171450">
              <a:buFont typeface="Wingdings" panose="05000000000000000000" pitchFamily="2" charset="2"/>
              <a:buChar char="Ø"/>
            </a:pPr>
            <a:r>
              <a:rPr lang="el-GR" sz="1400" dirty="0"/>
              <a:t>Στη συγκεκριμένη εφαρμογή εκτελέστηκαν διάφορες τεχνικές </a:t>
            </a:r>
            <a:r>
              <a:rPr lang="en-US" sz="1400" dirty="0"/>
              <a:t>Machine</a:t>
            </a:r>
            <a:r>
              <a:rPr lang="el-GR" sz="1400" dirty="0"/>
              <a:t> </a:t>
            </a:r>
            <a:r>
              <a:rPr lang="en-US" sz="1400" dirty="0"/>
              <a:t>Learning </a:t>
            </a:r>
            <a:r>
              <a:rPr lang="el-GR" sz="1400" dirty="0"/>
              <a:t>για πρόβλεψη αποτελεσμάτων </a:t>
            </a:r>
            <a:r>
              <a:rPr lang="el-GR" sz="1400"/>
              <a:t>σε ποδοσφαιρικούς</a:t>
            </a:r>
            <a:endParaRPr lang="en-US" sz="1400"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ma14="http://schemas.microsoft.com/office/mac/drawingml/2011/main" xmlns=""/>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146</TotalTime>
  <Words>603</Words>
  <Application>Microsoft Office PowerPoint</Application>
  <PresentationFormat>Widescreen</PresentationFormat>
  <Paragraphs>76</Paragraphs>
  <Slides>11</Slides>
  <Notes>9</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Segoe UI</vt:lpstr>
      <vt:lpstr>Segoe UI Light</vt:lpstr>
      <vt:lpstr>Segoe UI Semibold</vt:lpstr>
      <vt:lpstr>Wingdings</vt:lpstr>
      <vt:lpstr>WelcomeDoc</vt:lpstr>
      <vt:lpstr>Μηχανική Μάθηση και Αθλητισμός</vt:lpstr>
      <vt:lpstr>Η ορολογία Machine Learning</vt:lpstr>
      <vt:lpstr>Εφαρμογή Αισθητήρα “MetawearC” στο Ποδόσφαιρο.</vt:lpstr>
      <vt:lpstr>PowerPoint Presentation</vt:lpstr>
      <vt:lpstr>Πρόβλεψη ποδοσφαιρικού αποτελέσματος με τη χρήση Μηχανικής Μάθησης</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Nikos Bampis</cp:lastModifiedBy>
  <cp:revision>14</cp:revision>
  <dcterms:created xsi:type="dcterms:W3CDTF">2018-12-01T09:08:18Z</dcterms:created>
  <dcterms:modified xsi:type="dcterms:W3CDTF">2018-12-01T11:36:43Z</dcterms:modified>
  <cp:version/>
</cp:coreProperties>
</file>